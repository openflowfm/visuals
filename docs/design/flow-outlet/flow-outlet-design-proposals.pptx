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ccf8e475c4f09" /><Relationship Type="http://schemas.openxmlformats.org/officeDocument/2006/relationships/extended-properties" Target="/docProps/app.xml" Id="R51d7afe2fecb43b7" /><Relationship Type="http://schemas.openxmlformats.org/officeDocument/2006/relationships/officeDocument" Target="/ppt/presentation.xml" Id="R489ca50677dc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1545bd20d476d"/>
  </p:sldMasterIdLst>
  <p:notesMasterIdLst>
    <p:notesMasterId xmlns:r="http://schemas.openxmlformats.org/officeDocument/2006/relationships" r:id="R8aeb4a2ac557472b"/>
  </p:notesMasterIdLst>
  <p:sldIdLst>
    <p:sldId xmlns:r="http://schemas.openxmlformats.org/officeDocument/2006/relationships" id="256" r:id="Rc96ab1e4c6f74e2d"/>
    <p:sldId xmlns:r="http://schemas.openxmlformats.org/officeDocument/2006/relationships" id="257" r:id="R2effc608fce743cb"/>
  </p:sldIdLst>
  <p:sldSz cx="14630400" cy="9753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9ed8c11584070" /><Relationship Type="http://schemas.openxmlformats.org/officeDocument/2006/relationships/slideMaster" Target="/ppt/slideMasters/slideMaster1.xml" Id="Rc621545bd20d476d" /><Relationship Type="http://schemas.openxmlformats.org/officeDocument/2006/relationships/notesMaster" Target="/ppt/notesMasters/notesMaster1.xml" Id="R8aeb4a2ac557472b" /><Relationship Type="http://schemas.openxmlformats.org/officeDocument/2006/relationships/presProps" Target="/ppt/presProps.xml" Id="Rd88fb28ae0fe4e35" /><Relationship Type="http://schemas.openxmlformats.org/officeDocument/2006/relationships/tableStyles" Target="/ppt/tableStyles.xml" Id="R40138285e47b4edf" /><Relationship Type="http://schemas.openxmlformats.org/officeDocument/2006/relationships/slide" Target="/ppt/slides/slide1.xml" Id="Rc96ab1e4c6f74e2d" /><Relationship Type="http://schemas.openxmlformats.org/officeDocument/2006/relationships/slide" Target="/ppt/slides/slide2.xml" Id="R2effc608fce743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6d069d06b44a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d7c18f640d45a5" /><Relationship Type="http://schemas.openxmlformats.org/officeDocument/2006/relationships/notesMaster" Target="/ppt/notesMasters/notesMaster1.xml" Id="R029778be698d44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72a3678a9440cf" /><Relationship Type="http://schemas.openxmlformats.org/officeDocument/2006/relationships/notesMaster" Target="/ppt/notesMasters/notesMaster1.xml" Id="R4da0bbe6e4d1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design proposal based on the September 20 conversation. Generated with the built-in image-generation tool. These are illustrative UI mockups, not existing functionality or actual renderer outputs. Raster artwork, not editable UI components. Shared intent: one taste decision produces a usable result; flow outlets can apply several suitable connections and settings; regular wiring exposes compatible inputs; replacement is supported; precise correction preserves the rest. A uses visible breakout branches. B uses compact sockets with mappings available on demand. No product implementation in this deliverable.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design proposal based on the September 20 conversation. Generated with the built-in image-generation tool. These are illustrative UI mockups, not existing functionality or actual renderer outputs. Raster artwork, not editable UI components. Shared intent: one taste decision produces a usable result; flow outlets can apply several suitable connections and settings; regular wiring exposes compatible inputs; replacement is supported; precise correction preserves the rest. A uses visible breakout branches. B uses compact sockets with mappings available on demand. No product implementation in this deliverable.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4132488c846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f13bbc99ef48cc" /><Relationship Type="http://schemas.openxmlformats.org/officeDocument/2006/relationships/slideLayout" Target="/ppt/slideLayouts/slideLayout1.xml" Id="Rd9c9e957a0eb4d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c9e957a0eb4d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ae11af9c485a" /><Relationship Type="http://schemas.openxmlformats.org/officeDocument/2006/relationships/image" Target="/ppt/media/image.png" Id="R3bb3a368f3164f64" /><Relationship Type="http://schemas.openxmlformats.org/officeDocument/2006/relationships/notesSlide" Target="/ppt/notesSlides/notesSlide1.xml" Id="Rd2d2ed524244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594d7ec214158" /><Relationship Type="http://schemas.openxmlformats.org/officeDocument/2006/relationships/image" Target="/ppt/media/image2.png" Id="R2626f1acbf8145af" /><Relationship Type="http://schemas.openxmlformats.org/officeDocument/2006/relationships/notesSlide" Target="/ppt/notesSlides/notesSlide2.xml" Id="R55915eed9eb646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3a368f3164f64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975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076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6f1acbf8145af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975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3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2026-09-20T16:52:47.1840000Z</dcterms:created>
  <dcterms:modified xsi:type="dcterms:W3CDTF">2026-09-20T16:52:47.1840000Z</dcterms:modified>
</coreProperties>
</file>